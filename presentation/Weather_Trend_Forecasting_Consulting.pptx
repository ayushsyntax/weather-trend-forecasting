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Weather Trend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 &amp; Predictive Modeling</a:t>
            </a:r>
          </a:p>
          <a:p>
            <a:r>
              <a:t>PM Accelerator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To clean, preprocess, and model meteorological data to establish baseline predictive performance.</a:t>
            </a:r>
          </a:p>
          <a:p>
            <a:pPr/>
            <a:r>
              <a:t>Dataset: Global Weather Repository (daily observations across multiple countries/cities).</a:t>
            </a:r>
          </a:p>
          <a:p>
            <a:pPr/>
            <a:r>
              <a:t>Approach: Moving beyond basic EDA to employ advanced machine learning techniques.</a:t>
            </a:r>
          </a:p>
          <a:p>
            <a:pPr/>
            <a:r>
              <a:t>Outcome: Near-perfect baseline temperature forecasting (R² ~ 0.985) and extraction of actionable geographical/environmental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Temperature Distribution: Normally distributed, acting as an excellent target variable.</a:t>
            </a:r>
          </a:p>
          <a:p>
            <a:pPr/>
            <a:r>
              <a:t>Precipitation: Heavily right-skewed; required IQR capping to mitigate the influence of extreme storms.</a:t>
            </a:r>
          </a:p>
          <a:p>
            <a:pPr/>
            <a:r>
              <a:t>Latitudinal Climate Zones: Clear boundaries surfaced (e.g., Mali/Senegal as hottest, Greenland/Canada as coldest).</a:t>
            </a:r>
          </a:p>
          <a:p>
            <a:pPr/>
            <a:r>
              <a:t>Seasonal Variations: Monthly aggregations revealed distinct sinusoidal patterns globally.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Temporal Split: Used 80/20 sequential split instead of random split to prevent 'future data leakage'.</a:t>
            </a:r>
          </a:p>
          <a:p>
            <a:pPr/>
            <a:r>
              <a:t>Models Evaluated:</a:t>
            </a:r>
          </a:p>
          <a:p>
            <a:pPr/>
            <a:r>
              <a:t> - Linear Regression (Baseline)</a:t>
            </a:r>
          </a:p>
          <a:p>
            <a:pPr/>
            <a:r>
              <a:t> - Random Forest</a:t>
            </a:r>
          </a:p>
          <a:p>
            <a:pPr/>
            <a:r>
              <a:t> - XGBoost</a:t>
            </a:r>
          </a:p>
          <a:p>
            <a:pPr/>
            <a:r>
              <a:t> - Voting Regressor (Ensemble)</a:t>
            </a:r>
          </a:p>
          <a:p>
            <a:pPr/>
            <a:r>
              <a:t>Result: Tree-based models heavily outperformed the linear baseline, demonstrating that weather relationships are highly non-linear.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Modeling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XGBoost achieved the strongest test-set performance (R² ~ 0.985).</a:t>
            </a:r>
          </a:p>
          <a:p>
            <a:pPr/>
            <a:r>
              <a:t>Stability: Ensemble model successfully smoothed edge-case predictions for the lowest Mean Absolute Error.</a:t>
            </a:r>
          </a:p>
          <a:p>
            <a:pPr/>
            <a:r>
              <a:t>Feature Dominance: 'feels_like_celsius' predictably accounted for &gt;90% of predictive weight.</a:t>
            </a:r>
          </a:p>
          <a:p>
            <a:pPr/>
            <a:r>
              <a:t>Secondary Drivers: 'humidity' and 'uv_index' emerged as the strongest non-linear secondary drivers of ambient temperature.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Anomaly Detection (Isolation Forest):</a:t>
            </a:r>
          </a:p>
          <a:p>
            <a:pPr/>
            <a:r>
              <a:t> - Successfully flagged the top 1% of statistical outliers.</a:t>
            </a:r>
          </a:p>
          <a:p>
            <a:pPr/>
            <a:r>
              <a:t> - Identified extreme low-pressure systems coupled with abnormally high temperatures (indicative of severe weather events).</a:t>
            </a:r>
          </a:p>
          <a:p>
            <a:pPr/>
            <a:r>
              <a:t>Environmental Impact:</a:t>
            </a:r>
          </a:p>
          <a:p>
            <a:pPr/>
            <a:r>
              <a:t> - Statistically significant negative correlation between air quality and wind speed.</a:t>
            </a:r>
          </a:p>
          <a:p>
            <a:pPr/>
            <a:r>
              <a:t> - Atmospheric stagnation (low wind) acts as a trap for pollutants near the surface.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Established a highly accurate baseline forecasting pipeline while extracting valuable narrative insights.</a:t>
            </a:r>
          </a:p>
          <a:p>
            <a:pPr/>
            <a:r>
              <a:t>Limitation 1: Feature redundancy (over-reliance on feels_like_celsius).</a:t>
            </a:r>
          </a:p>
          <a:p>
            <a:pPr/>
            <a:r>
              <a:t>Limitation 2: Isolation forest detects statistical (not necessarily physical) anomalies without domain-expert labeling.</a:t>
            </a:r>
          </a:p>
          <a:p>
            <a:pPr/>
            <a:r>
              <a:t>Limitation 3: Correlations (e.g., wind vs. pollution) do not inherently imply causation.</a:t>
            </a:r>
          </a:p>
          <a:p>
            <a:pPr/>
            <a:r>
              <a:t>Next Steps: Drop derived features to force model reliance on raw inputs; deploy localized prediction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